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Priyanshu Sengar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Research Intern  ·  Consumer  ·  Bernstein | Societe Generale Group  ·  June 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0117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EBF3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Photo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a professional headshot.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to fill this box.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0" y="1033272"/>
            <a:ext cx="347472" cy="34747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64992" y="10424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College]  ·  [Degree]  ·  [Branch]  ·  [Year]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64992" y="131673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college name, degree, specialisation, and current year of study.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1810512"/>
            <a:ext cx="5760720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901952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19110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Head, Mood Indigo — IIT Bombay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64992" y="218541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in ₹1.68 Cr in sponsorships. Locked 36 sponsors including Yousta, Cantabil, Bonkers Corner, Shein, and Zudio — all brands covered in this analysis.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0" y="2679192"/>
            <a:ext cx="5760720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770632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27797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Analyst, IIT Bombay Investment 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305409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the hospitality sector and published equity insight reports in collaboration with the MBA school of IIT Bombay.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8430768" cy="1298448"/>
          </a:xfrm>
          <a:prstGeom prst="roundRect">
            <a:avLst>
              <a:gd name="adj" fmla="val 5634"/>
            </a:avLst>
          </a:prstGeom>
          <a:solidFill>
            <a:srgbClr val="F8F9FA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75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Delivered During This Internship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256032" cy="25603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8096" y="3959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20-Slide Research Presentation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Organized Apparel Frontier: The T2/T3 Tipping Point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05456" y="3703320"/>
            <a:ext cx="9144" cy="1170432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395020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71216" y="3959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Segmentation — 111 Brands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0" y="42245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segment, ASP, and strategy classification for every major organised apparel brand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08576" y="3703320"/>
            <a:ext cx="9144" cy="1170432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950208"/>
            <a:ext cx="256032" cy="25603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74336" y="3959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Pincode-Level Demand Model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42245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19,742 pincodes mapped. Spending estimated from local income data, not national averages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11696" y="3703320"/>
            <a:ext cx="9144" cy="1170432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950208"/>
            <a:ext cx="256032" cy="256032"/>
          </a:xfrm>
          <a:prstGeom prst="ellipse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77456" y="3959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Store Supply Database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66560" y="422452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31,000+ stores scraped across all brands, tiers, and pincodes. Foundation of the analysis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 |  SOCIETE GENERALE GROUP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2026-06-29T07:51:32Z</dcterms:created>
  <dcterms:modified xsi:type="dcterms:W3CDTF">2026-06-29T07:51:32Z</dcterms:modified>
</cp:coreProperties>
</file>